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9" d="100"/>
          <a:sy n="59" d="100"/>
        </p:scale>
        <p:origin x="45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C8E0B-806C-4E35-B871-FE34F052DE4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7CB2E-DFAD-4E46-B17E-B32A6F02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0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7CB2E-DFAD-4E46-B17E-B32A6F021D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75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AE43-F752-5442-D35A-3D370C08C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A3775-1A0C-B621-3293-AAB85FC8D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C9A7C-7305-4B7E-B959-30A6728C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13686-803E-E69A-77A3-5E13B034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D51DA-7B6B-9171-5899-07ABBBDD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31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6FC4-8225-6668-9809-B7D0C49E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DB30-6F40-D541-C968-E25341F31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EBA-409B-99EB-75BA-E25BB29D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FF283-2743-68DB-203A-9C4522E2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993A5-C57A-4225-35B7-C07FB46A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5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02CC-69C0-0E53-E668-44327E1E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7CE65-E6A4-F24D-605A-C6BF3495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7293A-2025-6BA9-EC30-95B40CCC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56450-CBFD-0A42-8C75-C0DCACC7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C39CF-453D-6F4B-3798-98468835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8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8E32-1AB5-EE70-2C8D-7F87EF2D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3E3C8-B40D-774F-D69D-356EC0C7D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2FADC-1738-0151-684D-439FF97D6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49F5D-6BEC-786E-FE82-BDF5E7CC3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9CFCD-20FE-312C-DA94-C54E0559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B4D88-94AE-E787-DA04-E77E8B60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04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1597-4DDF-F6B1-A8D9-DCF6DB9B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E4BB3-657B-0C5E-78DD-7B85602D7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43F62-9F13-8DF6-FC72-BA0802FF6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A64A6-F4B2-8364-DA29-19D39B6B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BED12-D54B-422A-B9C0-3798A6399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FE4EE-9B7F-0EE0-2788-48FFD7CE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D08EA-8ADD-A94A-6E0E-946F177C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D9E2A-AD7B-F484-2F1D-A6FB3DFB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74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AA8D-0519-845F-6858-992B058B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71EE1-AD81-E3C2-A857-6A1B6EA1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4F701-AB0F-2607-CC6D-6833F500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1AF94-7BC4-C59E-53EC-F704878A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37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DAA14-69F7-0B2B-F8BE-DF313A54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3B15C-E565-0198-7332-4942E47D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9ED0-C007-D539-5D24-D87F46F9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7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B0C2-3DF2-9631-EE63-5EF8FF7F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BE986-323D-D334-8FB8-994B5503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140FF-F459-16D5-605E-E54AB2C90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EBCB9-740D-B15E-FDFE-211C1BE4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E6966-618E-30DB-9817-01A2D4D6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C9489-762C-EE61-F4E2-18740D04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2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6E86-893F-AE6B-A7AF-AF4B80F7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D1B41-750E-0C3B-413A-990B3956D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343BF-9419-3274-3DFD-2D6E57969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7488F-23E5-6BB1-A8A6-42FBF10E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EBD2D-55DF-A4C4-222B-18909F96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63791-3F1F-CC16-A650-896E7132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83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7ED5-BE2C-9897-6932-C82D5C77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C05ED-EF05-DBB8-675A-2BC4731A9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967E-F7B9-8D9A-BBC8-C5EB56E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DB4C3-F590-1DBE-796A-1C2A7BD2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2B4A-08AC-1159-854B-841CEB14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4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69DA28-5642-3099-9B23-FA948728E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9BF58-21CB-373E-DD25-C699DB9BD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C88A1-DB1E-D225-901B-7EE864EF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D9CC5-C877-ED84-7283-FFF8F91A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A472-572B-C4E2-2B71-327FE839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4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25E67-E38A-72A2-E902-0DBE3AE3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D5A6A-9E85-6529-D20E-D476CDF8E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716C9-391C-9205-1028-7CE5569A2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31411-99E6-4CBF-BF22-AB4880CA2FD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1A11-C5A7-0A09-9642-1130EBB4D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F997C-7918-14F3-2191-5EAFED6D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1F040-F40C-472B-8F8D-01D173931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7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602B6A-76CB-95FF-FFC2-451A2CBDB62F}"/>
              </a:ext>
            </a:extLst>
          </p:cNvPr>
          <p:cNvSpPr/>
          <p:nvPr/>
        </p:nvSpPr>
        <p:spPr>
          <a:xfrm>
            <a:off x="0" y="32656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BA232F9-F354-4E74-1A65-D4D66E4AF739}"/>
              </a:ext>
            </a:extLst>
          </p:cNvPr>
          <p:cNvSpPr/>
          <p:nvPr/>
        </p:nvSpPr>
        <p:spPr>
          <a:xfrm>
            <a:off x="2330245" y="1666568"/>
            <a:ext cx="9861755" cy="5191432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22BE6-EE37-FF10-8E30-95B106566EB4}"/>
              </a:ext>
            </a:extLst>
          </p:cNvPr>
          <p:cNvSpPr/>
          <p:nvPr/>
        </p:nvSpPr>
        <p:spPr>
          <a:xfrm>
            <a:off x="11282516" y="1666568"/>
            <a:ext cx="909484" cy="796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46DA083B-60A7-4094-2815-BBEB9CAE6435}"/>
              </a:ext>
            </a:extLst>
          </p:cNvPr>
          <p:cNvSpPr/>
          <p:nvPr/>
        </p:nvSpPr>
        <p:spPr>
          <a:xfrm rot="16200000">
            <a:off x="4269166" y="-1003452"/>
            <a:ext cx="6119281" cy="9726386"/>
          </a:xfrm>
          <a:prstGeom prst="round1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56C519-A55F-9564-6877-0A1E63C6402A}"/>
              </a:ext>
            </a:extLst>
          </p:cNvPr>
          <p:cNvSpPr/>
          <p:nvPr/>
        </p:nvSpPr>
        <p:spPr>
          <a:xfrm>
            <a:off x="2920354" y="1573741"/>
            <a:ext cx="2090057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04A790-C86B-5C18-5AE7-13E27D7A8994}"/>
              </a:ext>
            </a:extLst>
          </p:cNvPr>
          <p:cNvSpPr/>
          <p:nvPr/>
        </p:nvSpPr>
        <p:spPr>
          <a:xfrm>
            <a:off x="3026224" y="4365179"/>
            <a:ext cx="2090057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F96388-1486-EE55-A9E1-8FF981CD985F}"/>
              </a:ext>
            </a:extLst>
          </p:cNvPr>
          <p:cNvSpPr/>
          <p:nvPr/>
        </p:nvSpPr>
        <p:spPr>
          <a:xfrm>
            <a:off x="5344885" y="1535831"/>
            <a:ext cx="3967841" cy="5155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E1B79-CA3E-B2CB-D21A-4D3633322EA7}"/>
              </a:ext>
            </a:extLst>
          </p:cNvPr>
          <p:cNvSpPr/>
          <p:nvPr/>
        </p:nvSpPr>
        <p:spPr>
          <a:xfrm>
            <a:off x="9552914" y="1505596"/>
            <a:ext cx="2090057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62C8F3-4D28-B337-E4F9-257B0CDF7974}"/>
              </a:ext>
            </a:extLst>
          </p:cNvPr>
          <p:cNvSpPr/>
          <p:nvPr/>
        </p:nvSpPr>
        <p:spPr>
          <a:xfrm>
            <a:off x="9647200" y="4365179"/>
            <a:ext cx="2090057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72EF05C2-FEAB-15BB-0B1F-B7913466D60B}"/>
              </a:ext>
            </a:extLst>
          </p:cNvPr>
          <p:cNvSpPr/>
          <p:nvPr/>
        </p:nvSpPr>
        <p:spPr>
          <a:xfrm>
            <a:off x="3026224" y="963704"/>
            <a:ext cx="8768443" cy="472782"/>
          </a:xfrm>
          <a:prstGeom prst="round2Diag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  <a:effectLst>
                  <a:glow rad="127000">
                    <a:schemeClr val="bg1"/>
                  </a:glow>
                </a:effectLst>
              </a:rPr>
              <a:t>HR </a:t>
            </a:r>
            <a:r>
              <a:rPr lang="en-US" sz="2400" dirty="0">
                <a:solidFill>
                  <a:schemeClr val="accent1"/>
                </a:solidFill>
                <a:effectLst>
                  <a:glow rad="127000">
                    <a:schemeClr val="bg1"/>
                  </a:glow>
                </a:effectLst>
              </a:rPr>
              <a:t>Dashboard</a:t>
            </a:r>
            <a:r>
              <a:rPr lang="en-US" sz="2400" dirty="0">
                <a:solidFill>
                  <a:schemeClr val="accent1"/>
                </a:solidFill>
                <a:effectLst>
                  <a:glow rad="127000">
                    <a:schemeClr val="bg1"/>
                  </a:glow>
                </a:effectLst>
              </a:rPr>
              <a:t> Overview</a:t>
            </a:r>
            <a:endParaRPr lang="en-IN" sz="2400" dirty="0">
              <a:solidFill>
                <a:schemeClr val="accent1"/>
              </a:solidFill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87D5A0-58ED-D3C8-6D75-B83D767B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887" y="1567223"/>
            <a:ext cx="828501" cy="8285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EE117F-221E-D270-A994-25EF09C17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7200" y="4365179"/>
            <a:ext cx="907688" cy="7902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4AD751-BA35-D569-889E-06810A27FB1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8944" y="1545015"/>
            <a:ext cx="1354112" cy="8816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9FC9FA-6C57-609B-9050-3F1C52BF0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6225" y="4417131"/>
            <a:ext cx="826918" cy="7190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753A2E-D6CF-984F-FC29-F41617F942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1582" y="1545015"/>
            <a:ext cx="841561" cy="6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5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</dc:creator>
  <cp:lastModifiedBy>Prakash</cp:lastModifiedBy>
  <cp:revision>1</cp:revision>
  <dcterms:created xsi:type="dcterms:W3CDTF">2026-03-14T06:33:50Z</dcterms:created>
  <dcterms:modified xsi:type="dcterms:W3CDTF">2026-03-14T06:34:18Z</dcterms:modified>
</cp:coreProperties>
</file>